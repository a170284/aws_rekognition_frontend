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8"/>
  </p:sldIdLst>
  <p:sldSz cx="18288000" cy="10287000"/>
  <p:notesSz cx="6858000" cy="9144000"/>
  <p:embeddedFontLst>
    <p:embeddedFont>
      <p:font typeface="Agrandir" charset="1" panose="00000500000000000000"/>
      <p:regular r:id="rId16"/>
    </p:embeddedFont>
    <p:embeddedFont>
      <p:font typeface="Agrandir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slide" Target="slides/slide1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image" Target="../media/image2.gif"/><Relationship Id="rId4" Type="http://schemas.openxmlformats.org/officeDocument/2006/relationships/image" Target="../media/image3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Relationship Id="rId3" Type="http://schemas.openxmlformats.org/officeDocument/2006/relationships/image" Target="../media/image5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gif"/><Relationship Id="rId3" Type="http://schemas.openxmlformats.org/officeDocument/2006/relationships/image" Target="../media/image7.gif"/><Relationship Id="rId4" Type="http://schemas.openxmlformats.org/officeDocument/2006/relationships/image" Target="../media/image8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gif"/><Relationship Id="rId3" Type="http://schemas.openxmlformats.org/officeDocument/2006/relationships/image" Target="../media/image10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4.gif"/><Relationship Id="rId11" Type="http://schemas.openxmlformats.org/officeDocument/2006/relationships/image" Target="../media/image6.gif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9.gif"/><Relationship Id="rId11" Type="http://schemas.openxmlformats.org/officeDocument/2006/relationships/image" Target="../media/image8.gif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gif"/><Relationship Id="rId3" Type="http://schemas.openxmlformats.org/officeDocument/2006/relationships/image" Target="../media/image19.gif"/><Relationship Id="rId4" Type="http://schemas.openxmlformats.org/officeDocument/2006/relationships/image" Target="../media/image3.gif"/><Relationship Id="rId5" Type="http://schemas.openxmlformats.org/officeDocument/2006/relationships/image" Target="../media/image6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openxmlformats.org/officeDocument/2006/relationships/image" Target="../media/image20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gif"/><Relationship Id="rId3" Type="http://schemas.openxmlformats.org/officeDocument/2006/relationships/image" Target="../media/image1.gif"/><Relationship Id="rId4" Type="http://schemas.openxmlformats.org/officeDocument/2006/relationships/image" Target="../media/image10.gif"/><Relationship Id="rId5" Type="http://schemas.openxmlformats.org/officeDocument/2006/relationships/image" Target="../media/image8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image" Target="../media/image2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333452" y="-1797179"/>
            <a:ext cx="15735219" cy="1388135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3000871" y="2049921"/>
            <a:ext cx="12286259" cy="6187158"/>
            <a:chOff x="0" y="0"/>
            <a:chExt cx="16381678" cy="824954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221615"/>
              <a:ext cx="16381678" cy="7373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667"/>
                </a:lnSpc>
              </a:pPr>
              <a:r>
                <a:rPr lang="en-US" sz="12425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Facial Recognition App on AWS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7487704"/>
              <a:ext cx="16381678" cy="761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6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3203220">
            <a:off x="10055853" y="-265970"/>
            <a:ext cx="11814494" cy="12461864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-5741405">
            <a:off x="8316155" y="8504485"/>
            <a:ext cx="4865516" cy="616878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019175" y="1955482"/>
            <a:ext cx="13787408" cy="7028521"/>
            <a:chOff x="0" y="0"/>
            <a:chExt cx="18383210" cy="937136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90500"/>
              <a:ext cx="18383210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 u="sng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Problem Statement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824810"/>
              <a:ext cx="18383210" cy="75465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Current Challenges: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Traditional ID-based access systems rely on badges or PIN numbers.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These can be lost, shared, or faked, causing multiple security issues.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Manual verification takes time and lacks real-time intelligence.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Businesses need automated, contactless, and intelligent systems for access control. </a:t>
              </a:r>
            </a:p>
            <a:p>
              <a:pPr algn="just">
                <a:lnSpc>
                  <a:spcPts val="4479"/>
                </a:lnSpc>
              </a:pPr>
            </a:p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Use AWS Facial Recognition to identify employees using their faces making access faster, safer, and completely automated.</a:t>
              </a:r>
            </a:p>
            <a:p>
              <a:pPr algn="just" marL="0" indent="0" lvl="0">
                <a:lnSpc>
                  <a:spcPts val="447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2511451" y="1028700"/>
            <a:ext cx="19770751" cy="18262535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-3982960">
            <a:off x="13745551" y="-3705176"/>
            <a:ext cx="5352514" cy="7410352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1644077">
            <a:off x="16162301" y="-1063836"/>
            <a:ext cx="5468057" cy="6108036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019175" y="1112520"/>
            <a:ext cx="12783791" cy="8714446"/>
            <a:chOff x="0" y="0"/>
            <a:chExt cx="17045055" cy="1161926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90500"/>
              <a:ext cx="17045055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</a:t>
              </a:r>
              <a:r>
                <a:rPr lang="en-US" b="true" sz="6999" u="sng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Objective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824810"/>
              <a:ext cx="17045055" cy="9794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79"/>
                </a:lnSpc>
              </a:pP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To create a serverless facial recognition platform that automatically authenticates employees using AWS cloud services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Register new employees via photo uploads.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Authenticate users by matching faces against a stored collection.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Use AWS Rekognition for face analysis and DynamoDB for employee data.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Host everything on AWS using event-driven automation with Lambda and S3.</a:t>
              </a:r>
            </a:p>
            <a:p>
              <a:pPr algn="just">
                <a:lnSpc>
                  <a:spcPts val="4479"/>
                </a:lnSpc>
              </a:pPr>
            </a:p>
            <a:p>
              <a:pPr algn="just" marL="0" indent="0" lvl="0">
                <a:lnSpc>
                  <a:spcPts val="447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-3463659" y="-599139"/>
            <a:ext cx="5865675" cy="5231058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019175" y="1674495"/>
            <a:ext cx="13966625" cy="7590496"/>
            <a:chOff x="0" y="0"/>
            <a:chExt cx="18622166" cy="1012066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90500"/>
              <a:ext cx="18622166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 u="sng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System Architecture Overview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824810"/>
              <a:ext cx="18622166" cy="82958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Key Components: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S3 Buckets: Two buckets — one for employee registration photos, one for visitor uploads.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Lambda Functions:</a:t>
              </a:r>
            </a:p>
            <a:p>
              <a:pPr algn="just" marL="1381758" indent="-460586" lvl="2">
                <a:lnSpc>
                  <a:spcPts val="4479"/>
                </a:lnSpc>
                <a:buFont typeface="Arial"/>
                <a:buChar char="⚬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Registration Lambda → indexes new faces</a:t>
              </a:r>
            </a:p>
            <a:p>
              <a:pPr algn="just" marL="1381758" indent="-460586" lvl="2">
                <a:lnSpc>
                  <a:spcPts val="4479"/>
                </a:lnSpc>
                <a:buFont typeface="Arial"/>
                <a:buChar char="⚬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Auth Lambda → verifies identities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Amazon Rekognition: Performs face detection and matching.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DynamoDB: Stores employee info (Face ID, name).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API Gateway: Connects React frontend to Lambda functions.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React Frontend: User interface for uploading and viewing results.</a:t>
              </a:r>
            </a:p>
            <a:p>
              <a:pPr algn="just" marL="0" indent="0" lvl="0">
                <a:lnSpc>
                  <a:spcPts val="447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178566" y="740101"/>
            <a:ext cx="0" cy="950172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611474" y="2866399"/>
            <a:ext cx="5956776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Employee Registration 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28708" y="616276"/>
            <a:ext cx="8664053" cy="1483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Admin uploads photo → S3 (Employee Bucket)</a:t>
            </a:r>
          </a:p>
          <a:p>
            <a:pPr algn="l">
              <a:lnSpc>
                <a:spcPts val="3780"/>
              </a:lnSpc>
            </a:pP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Upload triggers → Registration Lambda.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906295" y="635038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3" t="0" r="-8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128708" y="2842846"/>
            <a:ext cx="8291215" cy="2531648"/>
            <a:chOff x="0" y="0"/>
            <a:chExt cx="11054954" cy="337553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23825"/>
              <a:ext cx="11054954" cy="2572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Lambda extracts: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       </a:t>
              </a: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Bucket &amp; file name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       </a:t>
              </a: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Employee name from filename</a:t>
              </a:r>
            </a:p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824563"/>
              <a:ext cx="11054954" cy="5509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28708" y="5035348"/>
            <a:ext cx="8071124" cy="243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Lambda calls Rekognition.index_faces():</a:t>
            </a:r>
          </a:p>
          <a:p>
            <a:pPr algn="l" marL="582935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Detects the face</a:t>
            </a:r>
          </a:p>
          <a:p>
            <a:pPr algn="l" marL="582935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Creates a unique Face ID</a:t>
            </a:r>
          </a:p>
          <a:p>
            <a:pPr algn="l" marL="582935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Adds to Rekognition collection "employees"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128708" y="7461731"/>
            <a:ext cx="7896937" cy="3484148"/>
            <a:chOff x="0" y="0"/>
            <a:chExt cx="10529250" cy="464553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23825"/>
              <a:ext cx="10529250" cy="3842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Lambda saves:</a:t>
              </a:r>
            </a:p>
            <a:p>
              <a:pPr algn="l" marL="582935" indent="-291467" lvl="1">
                <a:lnSpc>
                  <a:spcPts val="3780"/>
                </a:lnSpc>
                <a:buFont typeface="Arial"/>
                <a:buChar char="•"/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Face ID</a:t>
              </a:r>
            </a:p>
            <a:p>
              <a:pPr algn="l" marL="582935" indent="-291467" lvl="1">
                <a:lnSpc>
                  <a:spcPts val="3780"/>
                </a:lnSpc>
                <a:buFont typeface="Arial"/>
                <a:buChar char="•"/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First &amp; Last Name</a:t>
              </a:r>
            </a:p>
            <a:p>
              <a:pPr algn="l" marL="582935" indent="-291467" lvl="1">
                <a:lnSpc>
                  <a:spcPts val="3780"/>
                </a:lnSpc>
                <a:buFont typeface="Arial"/>
                <a:buChar char="•"/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Metadata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        → in DynamoDB.</a:t>
              </a:r>
            </a:p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4094563"/>
              <a:ext cx="10529250" cy="5509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906295" y="2628792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906295" y="4945120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06295" y="7247678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3" t="0" r="-83" b="0"/>
            </a:stretch>
          </a:blipFill>
        </p:spPr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alphaModFix amt="25000"/>
          </a:blip>
          <a:srcRect l="0" t="0" r="0" b="0"/>
          <a:stretch>
            <a:fillRect/>
          </a:stretch>
        </p:blipFill>
        <p:spPr>
          <a:xfrm flipH="false" flipV="false" rot="3203220">
            <a:off x="9822198" y="-766659"/>
            <a:ext cx="11814494" cy="12461864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2745106" y="2628792"/>
            <a:ext cx="17496477" cy="161617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412221" y="1240790"/>
            <a:ext cx="0" cy="950172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159329" y="3568865"/>
            <a:ext cx="6294821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User Authentication</a:t>
            </a:r>
          </a:p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62363" y="1011902"/>
            <a:ext cx="8664053" cy="196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User uploads or captures photo via React Frontend.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API request sent → API Gateway → S3 (Visitor Bucket).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139949" y="1135727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9" y="0"/>
                </a:lnTo>
                <a:lnTo>
                  <a:pt x="535019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3" t="0" r="-8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362363" y="3448396"/>
            <a:ext cx="8291215" cy="3007898"/>
            <a:chOff x="0" y="0"/>
            <a:chExt cx="11054954" cy="401053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23825"/>
              <a:ext cx="11054954" cy="3207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Once uploaded, Auth Lambda is triggered.</a:t>
              </a:r>
            </a:p>
            <a:p>
              <a:pPr algn="l">
                <a:lnSpc>
                  <a:spcPts val="3780"/>
                </a:lnSpc>
              </a:pP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Lambda fetches visitor image → converts to binary data.</a:t>
              </a:r>
            </a:p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459563"/>
              <a:ext cx="11054954" cy="5509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362363" y="5788122"/>
            <a:ext cx="8071124" cy="196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Calls Rekognition.search_faces_by_image():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Compares uploaded face against the “employees” collection.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343313" y="7748367"/>
            <a:ext cx="7896937" cy="3007898"/>
            <a:chOff x="0" y="0"/>
            <a:chExt cx="10529250" cy="401053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23825"/>
              <a:ext cx="10529250" cy="3207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If match found:</a:t>
              </a:r>
            </a:p>
            <a:p>
              <a:pPr algn="l" marL="582935" indent="-291467" lvl="1">
                <a:lnSpc>
                  <a:spcPts val="3780"/>
                </a:lnSpc>
                <a:buFont typeface="Arial"/>
                <a:buChar char="•"/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Fetch employee name from DynamoDB.</a:t>
              </a:r>
            </a:p>
            <a:p>
              <a:pPr algn="l" marL="582935" indent="-291467" lvl="1">
                <a:lnSpc>
                  <a:spcPts val="3780"/>
                </a:lnSpc>
                <a:buFont typeface="Arial"/>
                <a:buChar char="•"/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Return success to frontend.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Else return access denied.</a:t>
              </a:r>
            </a:p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459563"/>
              <a:ext cx="10529250" cy="5509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139949" y="3448396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9" y="0"/>
                </a:lnTo>
                <a:lnTo>
                  <a:pt x="535019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144712" y="5873915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39949" y="7748367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9" y="0"/>
                </a:lnTo>
                <a:lnTo>
                  <a:pt x="535019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3" t="0" r="-83" b="0"/>
            </a:stretch>
          </a:blipFill>
        </p:spPr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>
            <a:alphaModFix amt="25000"/>
          </a:blip>
          <a:srcRect l="0" t="0" r="0" b="0"/>
          <a:stretch>
            <a:fillRect/>
          </a:stretch>
        </p:blipFill>
        <p:spPr>
          <a:xfrm flipH="false" flipV="false" rot="-1644077">
            <a:off x="16162301" y="-1063836"/>
            <a:ext cx="5468057" cy="61080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8540967">
            <a:off x="11045685" y="-4839949"/>
            <a:ext cx="8031035" cy="801684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-3311130">
            <a:off x="14790428" y="6444896"/>
            <a:ext cx="5413008" cy="5626807"/>
          </a:xfrm>
          <a:prstGeom prst="rect">
            <a:avLst/>
          </a:prstGeom>
        </p:spPr>
      </p:pic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427874" y="1683757"/>
          <a:ext cx="17469609" cy="8074074"/>
        </p:xfrm>
        <a:graphic>
          <a:graphicData uri="http://schemas.openxmlformats.org/drawingml/2006/table">
            <a:tbl>
              <a:tblPr/>
              <a:tblGrid>
                <a:gridCol w="5079168"/>
                <a:gridCol w="4252028"/>
                <a:gridCol w="8138413"/>
              </a:tblGrid>
              <a:tr h="12079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2B2B2B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Layer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2B2B2B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Tool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2B2B2B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3"/>
                    </a:solidFill>
                  </a:tcPr>
                </a:tc>
              </a:tr>
              <a:tr h="858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Frontend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React.js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User interface for uploads and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858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API Gateway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AWS API Gateway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Routes requests to AWS backend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858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Compute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AWS Lambda (Python)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Runs backend logic for registration/authentication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858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Image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Amazon Rekognition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Detects, indexes, and matches faces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858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Storage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Amazon S3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Holds images for employees and visitors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858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Database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DynamoDB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Stores employee info (Face IDs, names)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858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Monitoring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CloudWatch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Logs and metrics for Lambda and S3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858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Security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IAM Roles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Controls access between AWS services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427874" y="290512"/>
            <a:ext cx="1623060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59"/>
              </a:lnSpc>
              <a:spcBef>
                <a:spcPct val="0"/>
              </a:spcBef>
            </a:pPr>
            <a:r>
              <a:rPr lang="en-US" b="true" sz="7299" u="sng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Stack Description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2535012" y="5143500"/>
            <a:ext cx="12104322" cy="111809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true" flipV="false" rot="0">
            <a:off x="-1378933" y="8342980"/>
            <a:ext cx="10522933" cy="2420275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996008" y="838671"/>
            <a:ext cx="13787408" cy="8714446"/>
            <a:chOff x="0" y="0"/>
            <a:chExt cx="18383210" cy="1161926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90500"/>
              <a:ext cx="18383210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 u="sng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Advantages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824810"/>
              <a:ext cx="18383210" cy="9794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Technical Benefits: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Fully serverless — no infrastructure to manage.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Scalable — handles any number of users automatically.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Accurate — powered by AWS Rekognition’s deep learning models.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Secure — IAM-based access control, S3 versioning, encrypted data.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Low-cost — pay only per image processed and per Lambda execution.</a:t>
              </a:r>
            </a:p>
            <a:p>
              <a:pPr algn="just">
                <a:lnSpc>
                  <a:spcPts val="4479"/>
                </a:lnSpc>
              </a:pPr>
            </a:p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Business Benefits: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Saves time and improves operational efficiency.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Enhances security through biometric authentication.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Provides real-time logging and easy integration with dashboards.</a:t>
              </a:r>
            </a:p>
            <a:p>
              <a:pPr algn="just" marL="0" indent="0" lvl="0">
                <a:lnSpc>
                  <a:spcPts val="447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1662681" y="-6438340"/>
            <a:ext cx="13761077" cy="1415359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25000"/>
          </a:blip>
          <a:srcRect l="0" t="0" r="0" b="0"/>
          <a:stretch>
            <a:fillRect/>
          </a:stretch>
        </p:blipFill>
        <p:spPr>
          <a:xfrm flipH="false" flipV="false" rot="-3435299">
            <a:off x="-3167656" y="638455"/>
            <a:ext cx="6335313" cy="7076795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986483" y="1119658"/>
            <a:ext cx="13787408" cy="8152471"/>
            <a:chOff x="0" y="0"/>
            <a:chExt cx="18383210" cy="1086996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90500"/>
              <a:ext cx="18383210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 u="sng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Example Usage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824810"/>
              <a:ext cx="18383210" cy="90451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Scenario: Office Entry Authentication</a:t>
              </a:r>
            </a:p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      </a:t>
              </a: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Employee approaches camera.</a:t>
              </a:r>
            </a:p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      </a:t>
              </a: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System captures image and checks with Rekognition collection.</a:t>
              </a:r>
            </a:p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      </a:t>
              </a: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Match found leads to automatic door unlock / greeting displayed.</a:t>
              </a:r>
            </a:p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      </a:t>
              </a: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Record stored in DynamoDB for attendance tracking.</a:t>
              </a:r>
            </a:p>
            <a:p>
              <a:pPr algn="just">
                <a:lnSpc>
                  <a:spcPts val="4479"/>
                </a:lnSpc>
              </a:pPr>
            </a:p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Other Use Cases: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Classroom attendance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Visitor registration systems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Retail customer behavior analytics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Smart building security</a:t>
              </a:r>
            </a:p>
            <a:p>
              <a:pPr algn="just">
                <a:lnSpc>
                  <a:spcPts val="447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224183"/>
            <a:ext cx="13787408" cy="5342596"/>
            <a:chOff x="0" y="0"/>
            <a:chExt cx="18383210" cy="712346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0"/>
              <a:ext cx="18383210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 u="sng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Future Scope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24810"/>
              <a:ext cx="18383210" cy="5298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Integrate live video feed instead of manual uploads.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Add multi-factor authentication (Face + OTP).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Deploy a mobile app using React Native.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Enable real-time analytics dashboard (Amazon QuickSight).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Use AWS Step Functions for complex process orchestration.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Add auto-notifications (SNS/SES) for visitor alerts.</a:t>
              </a:r>
            </a:p>
            <a:p>
              <a:pPr algn="just">
                <a:lnSpc>
                  <a:spcPts val="4479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333452" y="-1797179"/>
            <a:ext cx="15735219" cy="13881357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318726" y="-376453"/>
            <a:ext cx="9743013" cy="17099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1800">
                <a:solidFill>
                  <a:srgbClr val="000000"/>
                </a:solidFill>
              </a:defRPr>
            </a:pPr>
            <a:r>
              <a:t>[Employee Registration Flow]</a:t>
            </a:r>
          </a:p>
          <a:p>
            <a:pPr>
              <a:spcAft>
                <a:spcPts val="2000"/>
              </a:spcAft>
              <a:defRPr sz="1400">
                <a:solidFill>
                  <a:srgbClr val="323232"/>
                </a:solidFill>
              </a:defRPr>
            </a:pPr>
            <a:r>
              <a:t>React Frontend (Employee Image Upload) → S3 Bucket (employee-pics-27102025) → Lambda Function (Employee Registration) → Amazon Rekognition (Index Faces) → DynamoDB Table (Employee Data)</a:t>
            </a:r>
          </a:p>
          <a:p>
            <a:pPr algn="l">
              <a:defRPr b="1" sz="1800">
                <a:solidFill>
                  <a:srgbClr val="000000"/>
                </a:solidFill>
              </a:defRPr>
            </a:pPr>
            <a:r>
              <a:t>[Visitor Authentication Flow]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React Frontend (Visitor Image Upload) → API Gateway (PUT Request) → S3 Bucket (visitor-pics-27102025) → Lambda Function (Employee Authentication) → Amazon Rekognition (Search Faces by Image) → DynamoDB (Match Employee Info) → Response sent to Frontend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DAG3KldaikM</dc:identifier>
  <dcterms:modified xsi:type="dcterms:W3CDTF">2011-08-01T06:04:30Z</dcterms:modified>
  <cp:revision>1</cp:revision>
  <dc:title>Employee Registration Flow</dc:title>
</cp:coreProperties>
</file>